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dc00e5b2814a9e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cebead6ebd2f44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ab2d78df98654824" /><Relationship Type="http://schemas.openxmlformats.org/officeDocument/2006/relationships/slide" Target="/ppt/slides/slide1.xml" Id="Rcebead6ebd2f442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f5b78594a4b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8a1a4ca664a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f59f8281e49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d8541cd784d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d55537cdd42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d2525c0c441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ab442e90f43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baabf9b9b4a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ade5d3c474e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e67d16d3d485d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24000"/>
            <a:ext cx="10241280" cy="19812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3870960"/>
            <a:ext cx="10241280" cy="91440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Accent Bar"/>
          <p:cNvSpPr/>
          <p:nvPr userDrawn="1"/>
        </p:nvSpPr>
        <p:spPr>
          <a:xfrm>
            <a:off x="975360" y="3672840"/>
            <a:ext cx="73152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426720"/>
            <a:ext cx="10241280" cy="106680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798320"/>
            <a:ext cx="10241280" cy="4450080"/>
          </a:xfrm>
        </p:spPr>
        <p:txBody>
          <a:bodyPr anchor="t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905000"/>
            <a:ext cx="10241280" cy="1905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4175760"/>
            <a:ext cx="1024128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Accent Bar"/>
          <p:cNvSpPr/>
          <p:nvPr userDrawn="1"/>
        </p:nvSpPr>
        <p:spPr>
          <a:xfrm>
            <a:off x="975360" y="3977640"/>
            <a:ext cx="73152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426720"/>
            <a:ext cx="10241280" cy="106680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5360" y="1798320"/>
            <a:ext cx="4876800" cy="4450080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9840" y="1798320"/>
            <a:ext cx="4876800" cy="4450080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426720"/>
            <a:ext cx="10241280" cy="106680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798320"/>
            <a:ext cx="4876800" cy="54864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5360" y="2468880"/>
            <a:ext cx="4876800" cy="3779520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798320"/>
            <a:ext cx="4876800" cy="54864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68880"/>
            <a:ext cx="4876800" cy="3779520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426720"/>
            <a:ext cx="10241280" cy="106680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731520"/>
            <a:ext cx="3657600" cy="16764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0" y="731520"/>
            <a:ext cx="6096000" cy="5516880"/>
          </a:xfrm>
        </p:spPr>
        <p:txBody>
          <a:bodyPr anchor="t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5360" y="2651760"/>
            <a:ext cx="3657600" cy="359664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731520"/>
            <a:ext cx="3657600" cy="16764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20640" y="731520"/>
            <a:ext cx="6096000" cy="5516880"/>
          </a:xfrm>
        </p:spPr>
        <p:txBody>
          <a:bodyPr anchor="t">
            <a:normAutofit/>
          </a:bodyPr>
          <a:lstStyle>
            <a:lvl1pPr marL="0" indent="0">
              <a:buNone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5360" y="2651760"/>
            <a:ext cx="3657600" cy="359664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2286000"/>
            <a:ext cx="9265920" cy="1981200"/>
          </a:xfrm>
        </p:spPr>
        <p:txBody>
          <a:bodyPr anchor="t">
            <a:norm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4572000"/>
            <a:ext cx="9265920" cy="6096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Quote Mark"/>
          <p:cNvSpPr txBox="1"/>
          <p:nvPr userDrawn="1"/>
        </p:nvSpPr>
        <p:spPr>
          <a:xfrm>
            <a:off x="1280160" y="990600"/>
            <a:ext cx="1828800" cy="152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zh-CN" sz="12000">
                <a:solidFill>
                  <a:schemeClr val="accent1"/>
                </a:solidFill>
                <a:latin typeface="+mj-lt"/>
                <a:ea typeface="+mj-ea"/>
              </a:rPr>
              <a:t>“</a:t>
            </a:r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Relationship Type="http://schemas.openxmlformats.org/officeDocument/2006/relationships/slideLayout" Target="/ppt/slideLayouts/slideLayout4.xml" Id="rIdLayout4" /><Relationship Type="http://schemas.openxmlformats.org/officeDocument/2006/relationships/slideLayout" Target="/ppt/slideLayouts/slideLayout5.xml" Id="rIdLayout5" /><Relationship Type="http://schemas.openxmlformats.org/officeDocument/2006/relationships/slideLayout" Target="/ppt/slideLayouts/slideLayout6.xml" Id="rIdLayout6" /><Relationship Type="http://schemas.openxmlformats.org/officeDocument/2006/relationships/slideLayout" Target="/ppt/slideLayouts/slideLayout7.xml" Id="rIdLayout7" /><Relationship Type="http://schemas.openxmlformats.org/officeDocument/2006/relationships/slideLayout" Target="/ppt/slideLayouts/slideLayout8.xml" Id="rIdLayout8" /><Relationship Type="http://schemas.openxmlformats.org/officeDocument/2006/relationships/slideLayout" Target="/ppt/slideLayouts/slideLayout9.xml" Id="rIdLayout9" /><Relationship Type="http://schemas.openxmlformats.org/officeDocument/2006/relationships/slideLayout" Target="/ppt/slideLayouts/slideLayout10.xml" Id="rIdLayout1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5360" y="426720"/>
            <a:ext cx="10241280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798320"/>
            <a:ext cx="10241280" cy="445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  <p:sldLayoutId id="2147483657" r:id="rIdLayout9"/>
    <p:sldLayoutId id="2147483658" r:id="rIdLayout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e90ce78c7ce94d70" /><Relationship Id="rIdLink" Type="http://schemas.openxmlformats.org/officeDocument/2006/relationships/hyperlink" Target="https://example.com/write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 text"/>
          <p:cNvSpPr txBox="1"/>
          <p:nvPr/>
        </p:nvSpPr>
        <p:spPr>
          <a:xfrm>
            <a:off x="457200" y="457200"/>
            <a:ext cx="8229600" cy="3657600"/>
          </a:xfrm>
          <a:prstGeom prst="rect">
            <a:avLst/>
          </a:prstGeom>
          <a:noFill/>
        </p:spPr>
        <p:txBody>
          <a:bodyPr wrap="square" lIns="182880" tIns="45720" rIns="182880" bIns="45720" anchor="ctr" rtlCol="0">
            <a:normAutofit fontScale="92500" lnSpcReduction="10000"/>
          </a:bodyPr>
          <a:lstStyle>
            <a:lvl1pPr marL="0" algn="l">
              <a:defRPr sz="1800"/>
            </a:lvl1pPr>
          </a:lstStyle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  <a:latin typeface="Georgia"/>
                <a:ea typeface="Georgia"/>
              </a:rPr>
              <a:t>Mixed </a:t>
            </a:r>
            <a:r>
              <a:rPr lang="en-US" sz="2400" b="1" i="1" u="dbl" dirty="0">
                <a:solidFill>
                  <a:srgbClr val="2E75B6"/>
                </a:solidFill>
                <a:highlight>
                  <a:srgbClr val="FFFF00"/>
                </a:highlight>
              </a:rPr>
              <a:t>runs</a:t>
            </a:r>
            <a:r>
              <a:rPr lang="en-GB" sz="2400" kern="1200"/>
              <a:t> in H</a:t>
            </a:r>
            <a:r>
              <a:rPr lang="en-GB" sz="2400" baseline="-25000"/>
              <a:t>2</a:t>
            </a:r>
            <a:r>
              <a:rPr lang="en-GB" sz="2400"/>
              <a:t>O</a:t>
            </a:r>
            <a:br>
              <a:rPr lang="en-US" sz="2400"/>
            </a:br>
            <a:r>
              <a:rPr lang="en-US" sz="2000" strike="dblStrike">
                <a:solidFill>
                  <a:schemeClr val="accent2"/>
                </a:solidFill>
              </a:rPr>
              <a:t>struck twice</a:t>
            </a:r>
            <a:r>
              <a:rPr lang="en-US" sz="2000"/>
              <a:t>, slide </a:t>
            </a:r>
            <a:fld id="{B6F15528-21DE-4FAA-801E-634DDDAF4B2B}" type="slidenum">
              <a:rPr lang="en-US" sz="2000"/>
              <a:t>1</a:t>
            </a:fld>
            <a:endParaRPr lang="en-US" sz="2400" dirty="0"/>
          </a:p>
          <a:p>
            <a:pPr marL="685800" lvl="1" indent="-228600">
              <a:spcAft>
                <a:spcPts val="1200"/>
              </a:spcAft>
              <a:buClr>
                <a:srgbClr val="ED7D31"/>
              </a:buClr>
              <a:buSzPct val="120000"/>
              <a:buFont typeface="Wingdings" pitchFamily="2" charset="2"/>
              <a:buChar char="§"/>
            </a:pPr>
            <a:r>
              <a:rPr lang="en-US" sz="1800" cap="small" spc="300"/>
              <a:t>Small caps</a:t>
            </a:r>
            <a:r>
              <a:rPr lang="en-US" sz="1800"/>
              <a:t> and </a:t>
            </a:r>
            <a:r>
              <a:rPr lang="en-US" sz="1800" cap="all" u="wavyHeavy">
                <a:uFill>
                  <a:solidFill>
                    <a:srgbClr val="00B050"/>
                  </a:solidFill>
                </a:uFill>
              </a:rPr>
              <a:t>all caps</a:t>
            </a:r>
            <a:r>
              <a:rPr lang="en-US" sz="1800"/>
              <a:t> with a </a:t>
            </a:r>
            <a:r>
              <a:rPr lang="en-US" sz="1800">
                <a:hlinkClick r:id="rIdLink" tooltip="Opens the site"/>
              </a:rPr>
              <a:t>link</a:t>
            </a:r>
            <a:r>
              <a:rPr lang="en-US" sz="1800" baseline="50000">
                <a:extLst>
                  <a:ext uri="{0A2B7C11-5E3D-4B8F-9C21-6D7E8F901234}">
                    <x:tag xmlns:x="urn:writer-test" val="kept"/>
                  </a:ext>
                </a:extLst>
              </a:rPr>
              <a:t> up high</a:t>
            </a:r>
            <a:endParaRPr lang="en-US" sz="1800"/>
          </a:p>
          <a:p>
            <a:pPr algn="r">
              <a:spcBef>
                <a:spcPct val="50000"/>
              </a:spcBef>
              <a:buNone/>
            </a:pPr>
            <a:r>
              <a:rPr lang="zh-CN" altLang="en-US" sz="1600">
                <a:latin typeface="+mn-lt"/>
                <a:ea typeface="+mn-ea"/>
              </a:rPr>
              <a:t>中文段落，右对齐。</a:t>
            </a:r>
            <a:endParaRPr lang="zh-CN" altLang="en-US" sz="1600"/>
          </a:p>
          <a:p>
            <a:pPr marL="457200" indent="-342900">
              <a:buFont typeface="+mj-lt"/>
              <a:buAutoNum type="romanUcPeriod" startAt="3"/>
            </a:pPr>
            <a:r>
              <a:rPr lang="en-US" sz="1800" i="1"/>
              <a:t>Numbered from III</a:t>
            </a:r>
          </a:p>
          <a:p>
            <a:pPr algn="just"/>
            <a:endParaRPr lang="en-US" sz="1000" b="1"/>
          </a:p>
        </p:txBody>
      </p:sp>
      <p:sp>
        <p:nvSpPr>
          <p:cNvPr id="3" name="Side note"/>
          <p:cNvSpPr txBox="1"/>
          <p:nvPr/>
        </p:nvSpPr>
        <p:spPr>
          <a:xfrm>
            <a:off x="8839200" y="457200"/>
            <a:ext cx="457200" cy="3657600"/>
          </a:xfrm>
          <a:prstGeom prst="rect">
            <a:avLst/>
          </a:prstGeom>
        </p:spPr>
        <p:txBody>
          <a:bodyPr vert="vert270" wrap="none" lIns="0" tIns="0" rIns="0" bIns="0" anchor="b" anchorCtr="1">
            <a:spAutoFit/>
          </a:bodyPr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err="1"/>
              <a:t>Sidenote</a:t>
            </a:r>
            <a:r>
              <a:rPr lang="de-DE" noProof="1"/>
              <a:t> Randnotiz</a:t>
            </a:r>
          </a:p>
        </p:txBody>
      </p:sp>
    </p:spTree>
  </p:cSld>
  <p:clrMapOvr>
    <a:masterClrMapping/>
  </p:clrMapOvr>
</p:sld>
</file>