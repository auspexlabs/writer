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4d1ce23b80144f2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dff3f99434c04b57"/>
    <p:sldId id="257" r:id="Rc55022f1076247cc"/>
    <p:sldId id="258" r:id="Rfa103c5968174430"/>
    <p:sldId id="259" r:id="Rc6a2aaf000bd45b6"/>
    <p:sldId id="260" r:id="R8fc5c512811f4d50"/>
    <p:sldId id="261" r:id="R8dfeb12171fc43f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2e50b6af58a44018" /><Relationship Type="http://schemas.openxmlformats.org/officeDocument/2006/relationships/slide" Target="/ppt/slides/slide1.xml" Id="Rdff3f99434c04b57" /><Relationship Type="http://schemas.openxmlformats.org/officeDocument/2006/relationships/slide" Target="/ppt/slides/slide2.xml" Id="Rc55022f1076247cc" /><Relationship Type="http://schemas.openxmlformats.org/officeDocument/2006/relationships/slide" Target="/ppt/slides/slide3.xml" Id="Rfa103c5968174430" /><Relationship Type="http://schemas.openxmlformats.org/officeDocument/2006/relationships/slide" Target="/ppt/slides/slide4.xml" Id="Rc6a2aaf000bd45b6" /><Relationship Type="http://schemas.openxmlformats.org/officeDocument/2006/relationships/slide" Target="/ppt/slides/slide5.xml" Id="R8fc5c512811f4d50" /><Relationship Type="http://schemas.openxmlformats.org/officeDocument/2006/relationships/slide" Target="/ppt/slides/slide6.xml" Id="R8dfeb12171fc43f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cb41e8a5348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21de6602b49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6d5a6742644f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7fbb6925f7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ba4f5eb2524d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4d670d5e42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2e97bf682749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628cc96c0249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a45d562445439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304000"/>
            <a:ext cx="10080000" cy="151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1D1D1F"/>
                </a:solidFill>
              </a:rPr>
              <a:t>Say it plainly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6E6E73"/>
                </a:solidFill>
              </a:rPr>
              <a:t>A presentation template that stays out of the way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597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6E6E73"/>
                </a:solidFill>
              </a:rPr>
              <a:t>Brightline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1800000"/>
            <a:ext cx="360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rgbClr val="E5E5EA"/>
                </a:solidFill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3672000"/>
            <a:ext cx="936000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1D1D1F"/>
                </a:solidFill>
              </a:rPr>
              <a:t>Start with 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4536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6E6E73"/>
                </a:solidFill>
              </a:rPr>
              <a:t>One idea per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D1D1F"/>
                </a:solidFill>
              </a:rPr>
              <a:t>Three points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2214000"/>
            <a:ext cx="180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296000" y="2016000"/>
            <a:ext cx="972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D1D1F"/>
                </a:solidFill>
              </a:rPr>
              <a:t>Less is more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6000" y="2484000"/>
            <a:ext cx="972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No more than three things per slide, large type, plenty of air.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3510000"/>
            <a:ext cx="180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296000" y="3312000"/>
            <a:ext cx="972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D1D1F"/>
                </a:solidFill>
              </a:rPr>
              <a:t>Align everything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6000" y="3780000"/>
            <a:ext cx="972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One left margin; everything starts on the same line.</a:t>
            </a:r>
          </a:p>
        </p:txBody>
      </p:sp>
      <p:sp>
        <p:nvSpPr>
          <p:cNvPr id="9" name="Shape 9"/>
          <p:cNvSpPr/>
          <p:nvPr/>
        </p:nvSpPr>
        <p:spPr>
          <a:xfrm>
            <a:off x="864000" y="4806000"/>
            <a:ext cx="180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296000" y="4608000"/>
            <a:ext cx="972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D1D1F"/>
                </a:solidFill>
              </a:rPr>
              <a:t>One kind of emphasis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6000" y="5076000"/>
            <a:ext cx="972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Bold or colour, pick one and keep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D1D1F"/>
                </a:solidFill>
              </a:rPr>
              <a:t>Before · After</a:t>
            </a:r>
          </a:p>
        </p:txBody>
      </p:sp>
      <p:sp>
        <p:nvSpPr>
          <p:cNvPr id="3" name="Shape 3"/>
          <p:cNvSpPr/>
          <p:nvPr/>
        </p:nvSpPr>
        <p:spPr>
          <a:xfrm>
            <a:off x="6084000" y="1944000"/>
            <a:ext cx="21600" cy="36000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1944000"/>
            <a:ext cx="46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E6E73"/>
                </a:solidFill>
              </a:rPr>
              <a:t>Before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2448000"/>
            <a:ext cx="468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Seven or eight bullets a slide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Three fonts, five colours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Charts squeezed into corners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16000" y="1944000"/>
            <a:ext cx="46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E6E73"/>
                </a:solidFill>
              </a:rPr>
              <a:t>After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16000" y="2448000"/>
            <a:ext cx="468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One conclusion per slide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One font, black, white and grey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A chart gets its own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84000" y="1944000"/>
            <a:ext cx="576000" cy="432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512000" y="2160000"/>
            <a:ext cx="9180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1D1D1F"/>
                </a:solidFill>
              </a:rPr>
              <a:t>“Simple is not less. It is nothing extra.”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2000" y="453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— A design principle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664000"/>
            <a:ext cx="1008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1D1D1F"/>
                </a:solidFill>
              </a:rPr>
              <a:t>Thank you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6E6E73"/>
                </a:solidFill>
              </a:rPr>
              <a:t>hello@example.com</a:t>
            </a:r>
          </a:p>
        </p:txBody>
      </p:sp>
    </p:spTree>
  </p:cSld>
  <p:clrMapOvr>
    <a:masterClrMapping/>
  </p:clrMapOvr>
</p:sld>
</file>