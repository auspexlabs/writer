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6dacd30b0cf47f5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72265991b7464cd0"/>
    <p:sldId id="257" r:id="R8d01a3be0ba8493f"/>
    <p:sldId id="258" r:id="Rd8694815a48e419d"/>
    <p:sldId id="259" r:id="Rd02db36269034164"/>
    <p:sldId id="260" r:id="Re3bcc65397f44fe9"/>
    <p:sldId id="261" r:id="R3ba2695a965c40e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ca8525167aa34263" /><Relationship Type="http://schemas.openxmlformats.org/officeDocument/2006/relationships/slide" Target="/ppt/slides/slide1.xml" Id="R72265991b7464cd0" /><Relationship Type="http://schemas.openxmlformats.org/officeDocument/2006/relationships/slide" Target="/ppt/slides/slide2.xml" Id="R8d01a3be0ba8493f" /><Relationship Type="http://schemas.openxmlformats.org/officeDocument/2006/relationships/slide" Target="/ppt/slides/slide3.xml" Id="Rd8694815a48e419d" /><Relationship Type="http://schemas.openxmlformats.org/officeDocument/2006/relationships/slide" Target="/ppt/slides/slide4.xml" Id="Rd02db36269034164" /><Relationship Type="http://schemas.openxmlformats.org/officeDocument/2006/relationships/slide" Target="/ppt/slides/slide5.xml" Id="Re3bcc65397f44fe9" /><Relationship Type="http://schemas.openxmlformats.org/officeDocument/2006/relationships/slide" Target="/ppt/slides/slide6.xml" Id="R3ba2695a965c40e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7744048184c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4317f6e6445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f4b1b98a44adf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4e6e23ba04a41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348c92d4b24a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6a65a3084c41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68dbdf69d140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e8019ee753f44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3776a6c5efb49a5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2304000"/>
            <a:ext cx="10080000" cy="151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rgbClr val="F5F5F7"/>
                </a:solidFill>
              </a:rPr>
              <a:t>Say it plainly</a:t>
            </a:r>
          </a:p>
        </p:txBody>
      </p:sp>
      <p:sp>
        <p:nvSpPr>
          <p:cNvPr id="3" name="Shape 3"/>
          <p:cNvSpPr/>
          <p:nvPr/>
        </p:nvSpPr>
        <p:spPr>
          <a:xfrm>
            <a:off x="864000" y="4032000"/>
            <a:ext cx="864000" cy="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92000" y="4248000"/>
            <a:ext cx="936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8E8E93"/>
                </a:solidFill>
              </a:rPr>
              <a:t>A presentation template that stays out of the way · dark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2000" y="597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rgbClr val="8E8E93"/>
                </a:solidFill>
              </a:rPr>
              <a:t>Brightline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1800000"/>
            <a:ext cx="3600000" cy="14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0" b="1">
                <a:solidFill>
                  <a:srgbClr val="2C2C2E"/>
                </a:solidFill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92000" y="3672000"/>
            <a:ext cx="9360000" cy="7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F5F5F7"/>
                </a:solidFill>
              </a:rPr>
              <a:t>Start with the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2000" y="4536000"/>
            <a:ext cx="936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8E8E93"/>
                </a:solidFill>
              </a:rPr>
              <a:t>One idea per 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936000"/>
            <a:ext cx="10080000" cy="64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F5F5F7"/>
                </a:solidFill>
              </a:rPr>
              <a:t>Three points</a:t>
            </a:r>
          </a:p>
        </p:txBody>
      </p:sp>
      <p:sp>
        <p:nvSpPr>
          <p:cNvPr id="3" name="Shape 3"/>
          <p:cNvSpPr/>
          <p:nvPr/>
        </p:nvSpPr>
        <p:spPr>
          <a:xfrm>
            <a:off x="864000" y="2016000"/>
            <a:ext cx="3319920" cy="295200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1152000" y="2376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F5F5F7"/>
                </a:solidFill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2000" y="3420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Less is more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2000" y="3852000"/>
            <a:ext cx="2743920" cy="104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8E8E93"/>
                </a:solidFill>
              </a:rPr>
              <a:t>No more than three things per slide, large type, plenty of air.</a:t>
            </a:r>
          </a:p>
        </p:txBody>
      </p:sp>
      <p:sp>
        <p:nvSpPr>
          <p:cNvPr id="7" name="Shape 7"/>
          <p:cNvSpPr/>
          <p:nvPr/>
        </p:nvSpPr>
        <p:spPr>
          <a:xfrm>
            <a:off x="4435920" y="2016000"/>
            <a:ext cx="3319920" cy="295200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4723920" y="2376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F5F5F7"/>
                </a:solidFill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23920" y="3420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Align everything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23920" y="3852000"/>
            <a:ext cx="2743920" cy="104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8E8E93"/>
                </a:solidFill>
              </a:rPr>
              <a:t>One left margin; everything starts on the same line.</a:t>
            </a:r>
          </a:p>
        </p:txBody>
      </p:sp>
      <p:sp>
        <p:nvSpPr>
          <p:cNvPr id="11" name="Shape 11"/>
          <p:cNvSpPr/>
          <p:nvPr/>
        </p:nvSpPr>
        <p:spPr>
          <a:xfrm>
            <a:off x="8008200" y="2016000"/>
            <a:ext cx="3319920" cy="295200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296200" y="2376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F5F5F7"/>
                </a:solidFill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96200" y="3420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One kind of emphasis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96200" y="3852000"/>
            <a:ext cx="2743920" cy="104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8E8E93"/>
                </a:solidFill>
              </a:rPr>
              <a:t>Bold or colour, pick one and keep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936000"/>
            <a:ext cx="10080000" cy="64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F5F5F7"/>
                </a:solidFill>
              </a:rPr>
              <a:t>Let the numbers talk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92000" y="223200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5F5F7"/>
                </a:solidFill>
              </a:rPr>
              <a:t>3×</a:t>
            </a:r>
          </a:p>
        </p:txBody>
      </p:sp>
      <p:sp>
        <p:nvSpPr>
          <p:cNvPr id="4" name="Shape 4"/>
          <p:cNvSpPr/>
          <p:nvPr/>
        </p:nvSpPr>
        <p:spPr>
          <a:xfrm>
            <a:off x="864000" y="3564000"/>
            <a:ext cx="288000" cy="28800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92000" y="3744000"/>
            <a:ext cx="32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8E8E93"/>
                </a:solidFill>
              </a:rPr>
              <a:t>Faster loading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56000" y="223200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5F5F7"/>
                </a:solidFill>
              </a:rPr>
              <a:t>−40%</a:t>
            </a:r>
          </a:p>
        </p:txBody>
      </p:sp>
      <p:sp>
        <p:nvSpPr>
          <p:cNvPr id="7" name="Shape 7"/>
          <p:cNvSpPr/>
          <p:nvPr/>
        </p:nvSpPr>
        <p:spPr>
          <a:xfrm>
            <a:off x="4428000" y="3564000"/>
            <a:ext cx="288000" cy="28800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4356000" y="3744000"/>
            <a:ext cx="32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8E8E93"/>
                </a:solidFill>
              </a:rPr>
              <a:t>Fewer meetings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20000" y="223200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5F5F7"/>
                </a:solidFill>
              </a:rPr>
              <a:t>98%</a:t>
            </a:r>
          </a:p>
        </p:txBody>
      </p:sp>
      <p:sp>
        <p:nvSpPr>
          <p:cNvPr id="10" name="Shape 10"/>
          <p:cNvSpPr/>
          <p:nvPr/>
        </p:nvSpPr>
        <p:spPr>
          <a:xfrm>
            <a:off x="7992000" y="3564000"/>
            <a:ext cx="288000" cy="28800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920000" y="3744000"/>
            <a:ext cx="32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8E8E93"/>
                </a:solidFill>
              </a:rPr>
              <a:t>Satisfaction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584000" y="1944000"/>
            <a:ext cx="576000" cy="43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512000" y="2160000"/>
            <a:ext cx="9180000" cy="21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5F5F7"/>
                </a:solidFill>
              </a:rPr>
              <a:t>“Simple is not less. It is nothing extra.”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2000" y="4536000"/>
            <a:ext cx="900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8E8E93"/>
                </a:solidFill>
              </a:rPr>
              <a:t>— A design principle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2664000"/>
            <a:ext cx="1008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rgbClr val="F5F5F7"/>
                </a:solidFill>
              </a:rPr>
              <a:t>Thank you</a:t>
            </a:r>
          </a:p>
        </p:txBody>
      </p:sp>
      <p:sp>
        <p:nvSpPr>
          <p:cNvPr id="3" name="Shape 3"/>
          <p:cNvSpPr/>
          <p:nvPr/>
        </p:nvSpPr>
        <p:spPr>
          <a:xfrm>
            <a:off x="864000" y="4032000"/>
            <a:ext cx="864000" cy="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92000" y="4248000"/>
            <a:ext cx="936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8E8E93"/>
                </a:solidFill>
              </a:rPr>
              <a:t>hello@example.com</a:t>
            </a:r>
          </a:p>
        </p:txBody>
      </p:sp>
    </p:spTree>
  </p:cSld>
  <p:clrMapOvr>
    <a:masterClrMapping/>
  </p:clrMapOvr>
</p:sld>
</file>