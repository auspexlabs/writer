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c4aa8592be548b2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1d49e33737784600"/>
    <p:sldId id="257" r:id="Rd5e46361117e4620"/>
    <p:sldId id="258" r:id="Rcd8ed58ade1440cd"/>
    <p:sldId id="259" r:id="R491bb18e559c47f9"/>
    <p:sldId id="260" r:id="R0100bafe228c4732"/>
    <p:sldId id="261" r:id="R1ac904b763b14bc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23995a36317e4b30" /><Relationship Type="http://schemas.openxmlformats.org/officeDocument/2006/relationships/slide" Target="/ppt/slides/slide1.xml" Id="R1d49e33737784600" /><Relationship Type="http://schemas.openxmlformats.org/officeDocument/2006/relationships/slide" Target="/ppt/slides/slide2.xml" Id="Rd5e46361117e4620" /><Relationship Type="http://schemas.openxmlformats.org/officeDocument/2006/relationships/slide" Target="/ppt/slides/slide3.xml" Id="Rcd8ed58ade1440cd" /><Relationship Type="http://schemas.openxmlformats.org/officeDocument/2006/relationships/slide" Target="/ppt/slides/slide4.xml" Id="R491bb18e559c47f9" /><Relationship Type="http://schemas.openxmlformats.org/officeDocument/2006/relationships/slide" Target="/ppt/slides/slide5.xml" Id="R0100bafe228c4732" /><Relationship Type="http://schemas.openxmlformats.org/officeDocument/2006/relationships/slide" Target="/ppt/slides/slide6.xml" Id="R1ac904b763b14bc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fa6ca9f0344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78b72c53d4a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54eaa944e4195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e0d6bd21ad40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d7b3468e8340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a0251e949640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b43d65199c44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b9e5d8d96d47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09b02564ff4e73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2160000"/>
            <a:ext cx="576000" cy="43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92000" y="2340000"/>
            <a:ext cx="936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E6B7A"/>
                </a:solidFill>
              </a:rPr>
              <a:t>Undergraduate thesis defence · Lakeside University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2808000"/>
            <a:ext cx="1008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Retention in Collaboration Tools: Evidence from Behavioural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4752000"/>
            <a:ext cx="1008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E6B7A"/>
                </a:solidFill>
              </a:rPr>
              <a:t>Alex Chen · Supervisor: Prof. Jordan Lee · May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Background and questions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Background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Collaboration tools pay dearly for users, yet most lose over half of them by the second month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Prior work describes churn with funnels; few studies quantify early behaviour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Product teams need evidence they can act on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Questions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500">
                <a:solidFill>
                  <a:srgbClr val="1D1D1F"/>
                </a:solidFill>
              </a:rPr>
              <a:t>Which first-week behaviours predict second-month retention?</a:t>
            </a:r>
          </a:p>
          <a:p>
            <a:pPr marL="342900" indent="-342900">
              <a:buAutoNum type="arabicPeriod"/>
            </a:pPr>
            <a:r>
              <a:rPr lang="en-US" sz="1500">
                <a:solidFill>
                  <a:srgbClr val="1D1D1F"/>
                </a:solidFill>
              </a:rPr>
              <a:t>Does the effect of collaboration size have a threshold?</a:t>
            </a:r>
          </a:p>
          <a:p>
            <a:pPr marL="342900" indent="-342900">
              <a:buAutoNum type="arabicPeriod"/>
            </a:pPr>
            <a:r>
              <a:rPr lang="en-US" sz="1500">
                <a:solidFill>
                  <a:srgbClr val="1D1D1F"/>
                </a:solidFill>
              </a:rPr>
              <a:t>How do the findings translate into onboarding?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E6B7A"/>
                </a:solidFill>
              </a:rPr>
              <a:t>48,000 users · anonymised logs, January–December 2025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Eight weeks of events per user; 46,812 after cleaning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Variables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First-week collaborators, feature breadth and depth, device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Logistic regression and cohort comparison, controlling for channel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Robustness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Re-run with other retention windows and sample periods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04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872000"/>
          <a:ext cx="1046412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030"/>
                <a:gridCol w="2616030"/>
                <a:gridCol w="2616030"/>
                <a:gridCol w="2616030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Coefficient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One multi-person collaboration in 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+0.82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Second-month retention up 19 points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Feature breadth (per feature)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+0.11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Diminishing; not significant beyond five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Three or more collaborators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+0.35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A threshold: gains flatten past three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Mobile only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−0.27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Retains markedly worse than desktop users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Conclusions and further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Conclusions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One real collaboration in the first week is the strongest retention signal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Onboarding should push “invite a colleague”, not a feature tour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The first mobile session deserves its own design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Limits and next steps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One product’s data; generalise with care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Correlational; causation awaits an experiment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Text and session features could be added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D5DEE9"/>
                </a:solidFill>
              </a:rPr>
              <a:t>Questions and comments are welcome</a:t>
            </a:r>
          </a:p>
        </p:txBody>
      </p:sp>
    </p:spTree>
  </p:cSld>
  <p:clrMapOvr>
    <a:masterClrMapping/>
  </p:clrMapOvr>
</p:sld>
</file>