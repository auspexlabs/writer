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fbc51535d304a7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c42407c4eeb34ba6"/>
    <p:sldId id="257" r:id="Rdf03366856dd4d92"/>
    <p:sldId id="258" r:id="R2f75c71958fc4aef"/>
    <p:sldId id="259" r:id="Ra94da3ab6f2540ee"/>
    <p:sldId id="260" r:id="R8775ccdbab234f03"/>
    <p:sldId id="261" r:id="R0695afcf20364cf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04bfd6bee96e42c5" /><Relationship Type="http://schemas.openxmlformats.org/officeDocument/2006/relationships/slide" Target="/ppt/slides/slide1.xml" Id="Rc42407c4eeb34ba6" /><Relationship Type="http://schemas.openxmlformats.org/officeDocument/2006/relationships/slide" Target="/ppt/slides/slide2.xml" Id="Rdf03366856dd4d92" /><Relationship Type="http://schemas.openxmlformats.org/officeDocument/2006/relationships/slide" Target="/ppt/slides/slide3.xml" Id="R2f75c71958fc4aef" /><Relationship Type="http://schemas.openxmlformats.org/officeDocument/2006/relationships/slide" Target="/ppt/slides/slide4.xml" Id="Ra94da3ab6f2540ee" /><Relationship Type="http://schemas.openxmlformats.org/officeDocument/2006/relationships/slide" Target="/ppt/slides/slide5.xml" Id="R8775ccdbab234f03" /><Relationship Type="http://schemas.openxmlformats.org/officeDocument/2006/relationships/slide" Target="/ppt/slides/slide6.xml" Id="R0695afcf20364cf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aff156e1a48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f3f22ead24a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97e038938412d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b90750d891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c8436afa484d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af9b53a5f2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38244543e94d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b319f83b7e4d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3233faa6d6457d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F0D9CC"/>
                </a:solidFill>
              </a:rPr>
              <a:t>Hi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A4492F"/>
                </a:solidFill>
              </a:rPr>
              <a:t>New-hire orientation · Day 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Welcome to Brightline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5F50"/>
                </a:solidFill>
              </a:rPr>
              <a:t>Human Resources · October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Today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02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40"/>
                <a:gridCol w="3488040"/>
                <a:gridCol w="348804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Led by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09:00 – 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The company and how we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Sam Taylor, General Manager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10:00 – 11:30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Policies: attendance, expenses, approvals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Morgan Reed, HR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13:30 –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Tools: mail, shared documents, internal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Casey Kim, IT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15:15 – 16:30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Security and compliance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Jordan Lee, Legal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16:30 – 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Questions and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HR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By the end of today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03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Know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The company and your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What we make, for whom, and how we work together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Find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The policies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Where the rules live and whom to ask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Use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The everyday tools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Every account working before you leave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The essentials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A4492F"/>
                </a:solidFill>
              </a:rPr>
              <a:t>Company and culture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Three values: users first, candour, finish what you start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Who does what across the organisation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Habits: write it down first; every meeting ends with a decision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A4492F"/>
                </a:solidFill>
              </a:rPr>
              <a:t>Policies and 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Hours, attendance and leave requests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Expense rules and the approval path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Security: devices, passwords, data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Case exercise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5F50"/>
                </a:solidFill>
              </a:rPr>
              <a:t>Scenario: a customer sends an urgent request at 5 pm Friday and wants it live on Monday.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E4D2C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Read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Five minutes; note the three things you would do first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Discuss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Groups of four agree on one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Share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Two minutes per group: what you do and what you don’t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Debrief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The trainer ties it back to process and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4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F0D9C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Questions? Come find 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F0D9CC"/>
                </a:solidFill>
              </a:rPr>
              <a:t>A feedback form arrives in your inbox tonight</a:t>
            </a:r>
          </a:p>
        </p:txBody>
      </p:sp>
    </p:spTree>
  </p:cSld>
  <p:clrMapOvr>
    <a:masterClrMapping/>
  </p:clrMapOvr>
</p:sld>
</file>