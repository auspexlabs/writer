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92bbfcc817944da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9771357fb15b4d2b"/>
    <p:sldId id="257" r:id="Re34de6df48c643e9"/>
    <p:sldId id="258" r:id="R0c522bea107c4b7c"/>
    <p:sldId id="259" r:id="R63cdf825fb84478d"/>
    <p:sldId id="260" r:id="R2ca03404bed04ffa"/>
    <p:sldId id="261" r:id="Reedc63691c044d1c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be9109044a4741c8" /><Relationship Type="http://schemas.openxmlformats.org/officeDocument/2006/relationships/slide" Target="/ppt/slides/slide1.xml" Id="R9771357fb15b4d2b" /><Relationship Type="http://schemas.openxmlformats.org/officeDocument/2006/relationships/slide" Target="/ppt/slides/slide2.xml" Id="Re34de6df48c643e9" /><Relationship Type="http://schemas.openxmlformats.org/officeDocument/2006/relationships/slide" Target="/ppt/slides/slide3.xml" Id="R0c522bea107c4b7c" /><Relationship Type="http://schemas.openxmlformats.org/officeDocument/2006/relationships/slide" Target="/ppt/slides/slide4.xml" Id="R63cdf825fb84478d" /><Relationship Type="http://schemas.openxmlformats.org/officeDocument/2006/relationships/slide" Target="/ppt/slides/slide5.xml" Id="R2ca03404bed04ffa" /><Relationship Type="http://schemas.openxmlformats.org/officeDocument/2006/relationships/slide" Target="/ppt/slides/slide6.xml" Id="Reedc63691c044d1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2fcd18f8e4c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6bb6f706a447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52e9c3e0a4d62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77626fab30548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8537542f5b47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1e2752067944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a3f16ad79654c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cb00d1b18a4c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6ee7d970a4441f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2304000"/>
            <a:ext cx="10080000" cy="151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1D1D1F"/>
                </a:solidFill>
              </a:rPr>
              <a:t>把话说清楚</a:t>
            </a:r>
          </a:p>
        </p:txBody>
      </p:sp>
      <p:sp>
        <p:nvSpPr>
          <p:cNvPr id="3" name="Shape 3"/>
          <p:cNvSpPr/>
          <p:nvPr/>
        </p:nvSpPr>
        <p:spPr>
          <a:xfrm>
            <a:off x="864000" y="4032000"/>
            <a:ext cx="864000" cy="288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92000" y="4248000"/>
            <a:ext cx="936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6E6E73"/>
                </a:solidFill>
              </a:rPr>
              <a:t>一个不打扰内容的演示模板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2000" y="597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rgbClr val="6E6E73"/>
                </a:solidFill>
              </a:rPr>
              <a:t>远山科技 ·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1800000"/>
            <a:ext cx="3600000" cy="14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8000" b="1">
                <a:solidFill>
                  <a:srgbClr val="E5E5EA"/>
                </a:solidFill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92000" y="3672000"/>
            <a:ext cx="9360000" cy="7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1D1D1F"/>
                </a:solidFill>
              </a:rPr>
              <a:t>从问题开始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2000" y="4536000"/>
            <a:ext cx="936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6E6E73"/>
                </a:solidFill>
              </a:rPr>
              <a:t>每一节只讲一件事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936000"/>
            <a:ext cx="10080000" cy="64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1D1D1F"/>
                </a:solidFill>
              </a:rPr>
              <a:t>三个要点</a:t>
            </a:r>
          </a:p>
        </p:txBody>
      </p:sp>
      <p:sp>
        <p:nvSpPr>
          <p:cNvPr id="3" name="Shape 3"/>
          <p:cNvSpPr/>
          <p:nvPr/>
        </p:nvSpPr>
        <p:spPr>
          <a:xfrm>
            <a:off x="864000" y="2214000"/>
            <a:ext cx="180000" cy="288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1296000" y="2016000"/>
            <a:ext cx="972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1D1D1F"/>
                </a:solidFill>
              </a:rPr>
              <a:t>少即是多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6000" y="2484000"/>
            <a:ext cx="972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6E6E73"/>
                </a:solidFill>
              </a:rPr>
              <a:t>每页不超过三条信息，大字号，留白多。</a:t>
            </a:r>
          </a:p>
        </p:txBody>
      </p:sp>
      <p:sp>
        <p:nvSpPr>
          <p:cNvPr id="6" name="Shape 6"/>
          <p:cNvSpPr/>
          <p:nvPr/>
        </p:nvSpPr>
        <p:spPr>
          <a:xfrm>
            <a:off x="864000" y="3510000"/>
            <a:ext cx="180000" cy="288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296000" y="3312000"/>
            <a:ext cx="972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1D1D1F"/>
                </a:solidFill>
              </a:rPr>
              <a:t>对齐一切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6000" y="3780000"/>
            <a:ext cx="972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6E6E73"/>
                </a:solidFill>
              </a:rPr>
              <a:t>左边距固定，所有元素从同一条线开始。</a:t>
            </a:r>
          </a:p>
        </p:txBody>
      </p:sp>
      <p:sp>
        <p:nvSpPr>
          <p:cNvPr id="9" name="Shape 9"/>
          <p:cNvSpPr/>
          <p:nvPr/>
        </p:nvSpPr>
        <p:spPr>
          <a:xfrm>
            <a:off x="864000" y="4806000"/>
            <a:ext cx="180000" cy="288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1296000" y="4608000"/>
            <a:ext cx="972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1D1D1F"/>
                </a:solidFill>
              </a:rPr>
              <a:t>只用一种强调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6000" y="5076000"/>
            <a:ext cx="972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6E6E73"/>
                </a:solidFill>
              </a:rPr>
              <a:t>加粗或颜色，选一种，全篇一致。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936000"/>
            <a:ext cx="10080000" cy="64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rgbClr val="1D1D1F"/>
                </a:solidFill>
              </a:rPr>
              <a:t>之前 · 之后</a:t>
            </a:r>
          </a:p>
        </p:txBody>
      </p:sp>
      <p:sp>
        <p:nvSpPr>
          <p:cNvPr id="3" name="Shape 3"/>
          <p:cNvSpPr/>
          <p:nvPr/>
        </p:nvSpPr>
        <p:spPr>
          <a:xfrm>
            <a:off x="6084000" y="1944000"/>
            <a:ext cx="21600" cy="3600000"/>
          </a:xfrm>
          <a:prstGeom prst="rect">
            <a:avLst/>
          </a:prstGeom>
          <a:solidFill>
            <a:srgbClr val="E5E5E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92000" y="1944000"/>
            <a:ext cx="468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6E6E73"/>
                </a:solidFill>
              </a:rPr>
              <a:t>之前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2000" y="2448000"/>
            <a:ext cx="4680000" cy="28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600">
                <a:solidFill>
                  <a:srgbClr val="1D1D1F"/>
                </a:solidFill>
              </a:rPr>
              <a:t>每页七八条要点</a:t>
            </a:r>
          </a:p>
          <a:p>
            <a:pPr marL="342900" indent="-342900">
              <a:buFont typeface="Arial"/>
              <a:buChar char="•"/>
            </a:pPr>
            <a:r>
              <a:rPr lang="en-US" sz="1600">
                <a:solidFill>
                  <a:srgbClr val="1D1D1F"/>
                </a:solidFill>
              </a:rPr>
              <a:t>三种字体，五种颜色</a:t>
            </a:r>
          </a:p>
          <a:p>
            <a:pPr marL="342900" indent="-342900">
              <a:buFont typeface="Arial"/>
              <a:buChar char="•"/>
            </a:pPr>
            <a:r>
              <a:rPr lang="en-US" sz="1600">
                <a:solidFill>
                  <a:srgbClr val="1D1D1F"/>
                </a:solidFill>
              </a:rPr>
              <a:t>图表挤在角落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16000" y="1944000"/>
            <a:ext cx="468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6E6E73"/>
                </a:solidFill>
              </a:rPr>
              <a:t>之后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16000" y="2448000"/>
            <a:ext cx="4680000" cy="28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600">
                <a:solidFill>
                  <a:srgbClr val="1D1D1F"/>
                </a:solidFill>
              </a:rPr>
              <a:t>一页一个结论</a:t>
            </a:r>
          </a:p>
          <a:p>
            <a:pPr marL="342900" indent="-342900">
              <a:buFont typeface="Arial"/>
              <a:buChar char="•"/>
            </a:pPr>
            <a:r>
              <a:rPr lang="en-US" sz="1600">
                <a:solidFill>
                  <a:srgbClr val="1D1D1F"/>
                </a:solidFill>
              </a:rPr>
              <a:t>一种字体，黑白灰</a:t>
            </a:r>
          </a:p>
          <a:p>
            <a:pPr marL="342900" indent="-342900">
              <a:buFont typeface="Arial"/>
              <a:buChar char="•"/>
            </a:pPr>
            <a:r>
              <a:rPr lang="en-US" sz="1600">
                <a:solidFill>
                  <a:srgbClr val="1D1D1F"/>
                </a:solidFill>
              </a:rPr>
              <a:t>图表独占一页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584000" y="1944000"/>
            <a:ext cx="576000" cy="432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512000" y="2160000"/>
            <a:ext cx="9180000" cy="21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1D1D1F"/>
                </a:solidFill>
              </a:rPr>
              <a:t>「简单不是少，而是没有多余。」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2000" y="4536000"/>
            <a:ext cx="900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6E6E73"/>
                </a:solidFill>
              </a:rPr>
              <a:t>—— 设计原则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2664000"/>
            <a:ext cx="1008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rgbClr val="1D1D1F"/>
                </a:solidFill>
              </a:rPr>
              <a:t>谢谢</a:t>
            </a:r>
          </a:p>
        </p:txBody>
      </p:sp>
      <p:sp>
        <p:nvSpPr>
          <p:cNvPr id="3" name="Shape 3"/>
          <p:cNvSpPr/>
          <p:nvPr/>
        </p:nvSpPr>
        <p:spPr>
          <a:xfrm>
            <a:off x="864000" y="4032000"/>
            <a:ext cx="864000" cy="288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92000" y="4248000"/>
            <a:ext cx="936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6E6E73"/>
                </a:solidFill>
              </a:rPr>
              <a:t>hello@example.com</a:t>
            </a:r>
          </a:p>
        </p:txBody>
      </p:sp>
    </p:spTree>
  </p:cSld>
  <p:clrMapOvr>
    <a:masterClrMapping/>
  </p:clrMapOvr>
</p:sld>
</file>