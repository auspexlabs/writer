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b176a30401b4f0f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c616379aeefd4632"/>
    <p:sldId id="257" r:id="R4f091ab748c149da"/>
    <p:sldId id="258" r:id="R05e9bae074c041c8"/>
    <p:sldId id="259" r:id="R25cf85d80e4e4ffe"/>
    <p:sldId id="260" r:id="Rdc035676f913405d"/>
    <p:sldId id="261" r:id="R123765811c6648ac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05a426cddafb4233" /><Relationship Type="http://schemas.openxmlformats.org/officeDocument/2006/relationships/slide" Target="/ppt/slides/slide1.xml" Id="Rc616379aeefd4632" /><Relationship Type="http://schemas.openxmlformats.org/officeDocument/2006/relationships/slide" Target="/ppt/slides/slide2.xml" Id="R4f091ab748c149da" /><Relationship Type="http://schemas.openxmlformats.org/officeDocument/2006/relationships/slide" Target="/ppt/slides/slide3.xml" Id="R05e9bae074c041c8" /><Relationship Type="http://schemas.openxmlformats.org/officeDocument/2006/relationships/slide" Target="/ppt/slides/slide4.xml" Id="R25cf85d80e4e4ffe" /><Relationship Type="http://schemas.openxmlformats.org/officeDocument/2006/relationships/slide" Target="/ppt/slides/slide5.xml" Id="Rdc035676f913405d" /><Relationship Type="http://schemas.openxmlformats.org/officeDocument/2006/relationships/slide" Target="/ppt/slides/slide6.xml" Id="R123765811c6648a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d75f2eaae47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213518e1d4f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ced7d137e4df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9207c33635b41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729f78b966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4c943607bc45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088138877245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39e99b0dd043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7466f7f97944f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4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8136000" y="0"/>
            <a:ext cx="4056120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424000" y="3816000"/>
            <a:ext cx="36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0" b="1">
                <a:solidFill>
                  <a:srgbClr val="D5DEE9"/>
                </a:solidFill>
              </a:rPr>
              <a:t>Q3</a:t>
            </a:r>
          </a:p>
        </p:txBody>
      </p:sp>
      <p:sp>
        <p:nvSpPr>
          <p:cNvPr id="5" name="Shape 5"/>
          <p:cNvSpPr/>
          <p:nvPr/>
        </p:nvSpPr>
        <p:spPr>
          <a:xfrm>
            <a:off x="1044000" y="1908000"/>
            <a:ext cx="576000" cy="43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72000" y="2088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1F3A5F"/>
                </a:solidFill>
              </a:rPr>
              <a:t>2026 年第三季度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000" y="2556000"/>
            <a:ext cx="684000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市场部工作汇报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4536000"/>
            <a:ext cx="648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5E6B7A"/>
                </a:solidFill>
              </a:rPr>
              <a:t>汇报人：林晓　　2026 年 10 月 9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目录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2592000"/>
            <a:ext cx="2376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736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F3A5F"/>
                </a:solidFill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3384000"/>
            <a:ext cx="237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季度概览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2000" y="3852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目标完成与整体表现</a:t>
            </a:r>
          </a:p>
        </p:txBody>
      </p:sp>
      <p:sp>
        <p:nvSpPr>
          <p:cNvPr id="9" name="Shape 9"/>
          <p:cNvSpPr/>
          <p:nvPr/>
        </p:nvSpPr>
        <p:spPr>
          <a:xfrm>
            <a:off x="3528000" y="2592000"/>
            <a:ext cx="2376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3456000" y="2736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F3A5F"/>
                </a:solidFill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56000" y="3384000"/>
            <a:ext cx="237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核心数据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56000" y="3852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增长、转化与投入产出</a:t>
            </a:r>
          </a:p>
        </p:txBody>
      </p:sp>
      <p:sp>
        <p:nvSpPr>
          <p:cNvPr id="13" name="Shape 13"/>
          <p:cNvSpPr/>
          <p:nvPr/>
        </p:nvSpPr>
        <p:spPr>
          <a:xfrm>
            <a:off x="6192000" y="2592000"/>
            <a:ext cx="2376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120000" y="2736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F3A5F"/>
                </a:solidFill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20000" y="3384000"/>
            <a:ext cx="237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重点项目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20000" y="3852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三个项目的进展与问题</a:t>
            </a:r>
          </a:p>
        </p:txBody>
      </p:sp>
      <p:sp>
        <p:nvSpPr>
          <p:cNvPr id="17" name="Shape 17"/>
          <p:cNvSpPr/>
          <p:nvPr/>
        </p:nvSpPr>
        <p:spPr>
          <a:xfrm>
            <a:off x="8856000" y="2592000"/>
            <a:ext cx="2376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8784000" y="2736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F3A5F"/>
                </a:solidFill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84000" y="3384000"/>
            <a:ext cx="237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下季度计划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84000" y="3852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目标、举措与所需支持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核心数据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5E6B7A"/>
                </a:solidFill>
              </a:rPr>
              <a:t>第三季度主要指标完成情况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F3A5F"/>
                </a:solidFill>
              </a:rPr>
              <a:t>536 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内容曝光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完成目标的 107%</a:t>
            </a:r>
          </a:p>
        </p:txBody>
      </p:sp>
      <p:sp>
        <p:nvSpPr>
          <p:cNvPr id="10" name="Shape 10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F3A5F"/>
                </a:solidFill>
              </a:rPr>
              <a:t>32%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会员复购率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同比提升 4 个百分点</a:t>
            </a:r>
          </a:p>
        </p:txBody>
      </p:sp>
      <p:sp>
        <p:nvSpPr>
          <p:cNvPr id="14" name="Shape 14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F3A5F"/>
                </a:solidFill>
              </a:rPr>
              <a:t>1 : 4.8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投入产出比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行业均值为 1 : 3.5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4000" y="5112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5E6B7A"/>
                </a:solidFill>
              </a:rPr>
              <a:t>数据来源：各平台后台与会员系统，统计截至 9 月 30 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重点项目进展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44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秋季新品上市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000" y="2412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物料全部到位，首发活动 10 月 1 日上线</a:t>
            </a:r>
          </a:p>
        </p:txBody>
      </p:sp>
      <p:sp>
        <p:nvSpPr>
          <p:cNvPr id="7" name="Shape 7"/>
          <p:cNvSpPr/>
          <p:nvPr/>
        </p:nvSpPr>
        <p:spPr>
          <a:xfrm>
            <a:off x="5256000" y="2106000"/>
            <a:ext cx="5184000" cy="180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5256000" y="2106000"/>
            <a:ext cx="4665600" cy="18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548000" y="1962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F3A5F"/>
                </a:solidFill>
              </a:rPr>
              <a:t>90%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4000" y="3240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会员体系升级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4000" y="3708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积分规则已定稿，系统开发进行中</a:t>
            </a:r>
          </a:p>
        </p:txBody>
      </p:sp>
      <p:sp>
        <p:nvSpPr>
          <p:cNvPr id="12" name="Shape 12"/>
          <p:cNvSpPr/>
          <p:nvPr/>
        </p:nvSpPr>
        <p:spPr>
          <a:xfrm>
            <a:off x="5256000" y="3402000"/>
            <a:ext cx="5184000" cy="180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5256000" y="3402000"/>
            <a:ext cx="3369600" cy="18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0548000" y="3258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F3A5F"/>
                </a:solidFill>
              </a:rPr>
              <a:t>65%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4000" y="4536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渠道拓展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4000" y="5004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两家渠道在谈，预计 11 月签约</a:t>
            </a:r>
          </a:p>
        </p:txBody>
      </p:sp>
      <p:sp>
        <p:nvSpPr>
          <p:cNvPr id="17" name="Shape 17"/>
          <p:cNvSpPr/>
          <p:nvPr/>
        </p:nvSpPr>
        <p:spPr>
          <a:xfrm>
            <a:off x="5256000" y="4698000"/>
            <a:ext cx="5184000" cy="180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5256000" y="4698000"/>
            <a:ext cx="2073600" cy="18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10548000" y="4554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F3A5F"/>
                </a:solidFill>
              </a:rPr>
              <a:t>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下季度计划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四季度内容曝光达到 600 万次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会员复购率提升至 35%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新增两家渠道合作伙伴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需要的支持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设计部支持双十一视觉物料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IT 部排期会员系统二期开发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追加渠道预算 20 万元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D5DEE9"/>
                </a:solidFill>
              </a:rPr>
              <a:t>欢迎提问与交流</a:t>
            </a:r>
          </a:p>
        </p:txBody>
      </p:sp>
    </p:spTree>
  </p:cSld>
  <p:clrMapOvr>
    <a:masterClrMapping/>
  </p:clrMapOvr>
</p:sld>
</file>