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91afd316655415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22679adf7f5a4475"/>
    <p:sldId id="257" r:id="R4204f629d4fc4f49"/>
    <p:sldId id="258" r:id="Rabe7c4d863034f98"/>
    <p:sldId id="259" r:id="Rf6674cefb6214996"/>
    <p:sldId id="260" r:id="R8981ee5be954437d"/>
    <p:sldId id="261" r:id="R7a75af158c2e46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4e377fb98dab42c8" /><Relationship Type="http://schemas.openxmlformats.org/officeDocument/2006/relationships/slide" Target="/ppt/slides/slide1.xml" Id="R22679adf7f5a4475" /><Relationship Type="http://schemas.openxmlformats.org/officeDocument/2006/relationships/slide" Target="/ppt/slides/slide2.xml" Id="R4204f629d4fc4f49" /><Relationship Type="http://schemas.openxmlformats.org/officeDocument/2006/relationships/slide" Target="/ppt/slides/slide3.xml" Id="Rabe7c4d863034f98" /><Relationship Type="http://schemas.openxmlformats.org/officeDocument/2006/relationships/slide" Target="/ppt/slides/slide4.xml" Id="Rf6674cefb6214996" /><Relationship Type="http://schemas.openxmlformats.org/officeDocument/2006/relationships/slide" Target="/ppt/slides/slide5.xml" Id="R8981ee5be954437d" /><Relationship Type="http://schemas.openxmlformats.org/officeDocument/2006/relationships/slide" Target="/ppt/slides/slide6.xml" Id="R7a75af158c2e464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adbc318124f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83de3e89e48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a3fd1f1414c2b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ee28ba1b2d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5d6ce2e5e743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09ede6ec2543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0c550f4eca49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d343461b654a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a06eccf45f44b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304000"/>
            <a:ext cx="10080000" cy="151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F5F5F7"/>
                </a:solidFill>
              </a:rPr>
              <a:t>把话说清楚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一个不打扰内容的演示模板 · 深色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597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8E8E93"/>
                </a:solidFill>
              </a:rPr>
              <a:t>远山科技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1800000"/>
            <a:ext cx="360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2C2C2E"/>
                </a:solidFill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3672000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5F5F7"/>
                </a:solidFill>
              </a:rPr>
              <a:t>从问题开始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536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每一节只讲一件事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F5F5F7"/>
                </a:solidFill>
              </a:rPr>
              <a:t>三个要点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15200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200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少即是多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200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每页不超过三条信息，大字号，留白多。</a:t>
            </a:r>
          </a:p>
        </p:txBody>
      </p:sp>
      <p:sp>
        <p:nvSpPr>
          <p:cNvPr id="7" name="Shape 7"/>
          <p:cNvSpPr/>
          <p:nvPr/>
        </p:nvSpPr>
        <p:spPr>
          <a:xfrm>
            <a:off x="443592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72392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2392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对齐一切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392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左边距固定，所有元素从同一条线开始。</a:t>
            </a:r>
          </a:p>
        </p:txBody>
      </p:sp>
      <p:sp>
        <p:nvSpPr>
          <p:cNvPr id="11" name="Shape 11"/>
          <p:cNvSpPr/>
          <p:nvPr/>
        </p:nvSpPr>
        <p:spPr>
          <a:xfrm>
            <a:off x="8008200" y="2016000"/>
            <a:ext cx="3319920" cy="295200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296200" y="2376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5F5F7"/>
                </a:solidFill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96200" y="3420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只用一种强调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96200" y="3852000"/>
            <a:ext cx="2743920" cy="104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8E8E93"/>
                </a:solidFill>
              </a:rPr>
              <a:t>加粗或颜色，选一种，全篇一致。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F5F5F7"/>
                </a:solidFill>
              </a:rPr>
              <a:t>数字说话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3×</a:t>
            </a:r>
          </a:p>
        </p:txBody>
      </p:sp>
      <p:sp>
        <p:nvSpPr>
          <p:cNvPr id="4" name="Shape 4"/>
          <p:cNvSpPr/>
          <p:nvPr/>
        </p:nvSpPr>
        <p:spPr>
          <a:xfrm>
            <a:off x="864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92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更快的加载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56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−40%</a:t>
            </a:r>
          </a:p>
        </p:txBody>
      </p:sp>
      <p:sp>
        <p:nvSpPr>
          <p:cNvPr id="7" name="Shape 7"/>
          <p:cNvSpPr/>
          <p:nvPr/>
        </p:nvSpPr>
        <p:spPr>
          <a:xfrm>
            <a:off x="4428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356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更少的会议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0000" y="223200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5F5F7"/>
                </a:solidFill>
              </a:rPr>
              <a:t>98%</a:t>
            </a:r>
          </a:p>
        </p:txBody>
      </p:sp>
      <p:sp>
        <p:nvSpPr>
          <p:cNvPr id="10" name="Shape 10"/>
          <p:cNvSpPr/>
          <p:nvPr/>
        </p:nvSpPr>
        <p:spPr>
          <a:xfrm>
            <a:off x="7992000" y="3564000"/>
            <a:ext cx="288000" cy="2880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920000" y="3744000"/>
            <a:ext cx="32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8E8E93"/>
                </a:solidFill>
              </a:rPr>
              <a:t>满意度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5F5F7"/>
                </a:solidFill>
              </a:rPr>
              <a:t>「简单不是少，而是没有多余。」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8E8E93"/>
                </a:solidFill>
              </a:rPr>
              <a:t>—— 设计原则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66400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F5F5F7"/>
                </a:solidFill>
              </a:rPr>
              <a:t>谢谢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8E8E93"/>
                </a:solidFill>
              </a:rPr>
              <a:t>hello@example.com</a:t>
            </a:r>
          </a:p>
        </p:txBody>
      </p:sp>
    </p:spTree>
  </p:cSld>
  <p:clrMapOvr>
    <a:masterClrMapping/>
  </p:clrMapOvr>
</p:sld>
</file>