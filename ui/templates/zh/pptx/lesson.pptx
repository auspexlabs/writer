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031aba49402404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598afed60fd14464"/>
    <p:sldId id="257" r:id="R738ce4e0ac8a4561"/>
    <p:sldId id="258" r:id="Re8053cc7eb624b5e"/>
    <p:sldId id="259" r:id="Rb370d6f2ae284790"/>
    <p:sldId id="260" r:id="Rdd7a3752146a4744"/>
    <p:sldId id="261" r:id="R2267e91b7c854be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a5d18fed9ad24410" /><Relationship Type="http://schemas.openxmlformats.org/officeDocument/2006/relationships/slide" Target="/ppt/slides/slide1.xml" Id="R598afed60fd14464" /><Relationship Type="http://schemas.openxmlformats.org/officeDocument/2006/relationships/slide" Target="/ppt/slides/slide2.xml" Id="R738ce4e0ac8a4561" /><Relationship Type="http://schemas.openxmlformats.org/officeDocument/2006/relationships/slide" Target="/ppt/slides/slide3.xml" Id="Re8053cc7eb624b5e" /><Relationship Type="http://schemas.openxmlformats.org/officeDocument/2006/relationships/slide" Target="/ppt/slides/slide4.xml" Id="Rb370d6f2ae284790" /><Relationship Type="http://schemas.openxmlformats.org/officeDocument/2006/relationships/slide" Target="/ppt/slides/slide5.xml" Id="Rdd7a3752146a4744" /><Relationship Type="http://schemas.openxmlformats.org/officeDocument/2006/relationships/slide" Target="/ppt/slides/slide6.xml" Id="R2267e91b7c854be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b2f62bbb845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4c7dfb0a84a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600bdb794432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94de567c2544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78fdb4d06e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c120b8dbbd46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1944913efa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2f519c137f4a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32f21c8f2c4ee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D5DEE9"/>
                </a:solidFill>
              </a:rPr>
              <a:t>F=ma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2F5D8A"/>
                </a:solidFill>
              </a:rPr>
              <a:t>高中物理 · 必修一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牛顿第二定律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B6B7C"/>
                </a:solidFill>
              </a:rPr>
              <a:t>第三章 第 2 课时　授课：王老师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学习目标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理解加速度与力、质量之间的关系，能用自己的话说出牛顿第二定律。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掌握 F = ma 的含义与单位，会判断公式中每个量的方向。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能对简单情境做受力分析并列式求解。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体会「控制变量」的实验方法。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新知讲解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B6B7C"/>
                </a:solidFill>
              </a:rPr>
              <a:t>从实验到公式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定律内容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物体的加速度与所受合外力成正比，与质量成反比。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公式：F = ma，单位：牛顿（N）= kg·m/s²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加速度的方向与合外力方向相同。</a:t>
            </a:r>
          </a:p>
        </p:txBody>
      </p:sp>
      <p:sp>
        <p:nvSpPr>
          <p:cNvPr id="9" name="Shape 9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理解要点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 指合外力，不是某一个力。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质量越大，同样的力产生的加速度越小。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力与加速度同时存在、同时变化。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例题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B6B7C"/>
                </a:solidFill>
              </a:rPr>
              <a:t>质量 2 kg 的物体在光滑水平面上受 6 N 的水平拉力，求加速度。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C5D6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审题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找出已知量：m = 2 kg，F = 6 N；光滑说明无摩擦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受力分析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重力与支持力抵消，合外力即拉力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列方程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由 F = ma 得 a = F / m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求解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a = 6 / 2 = 3 m/s²，方向与拉力相同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课堂练习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一辆 1,000 kg 的小车在 2,000 N 的牵引力下启动，阻力 500 N，求加速度。</a:t>
            </a:r>
          </a:p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同样的力作用在质量为 m 和 2m 的物体上，加速度之比是多少？</a:t>
            </a:r>
          </a:p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一个物体做匀速直线运动，它受到的合外力是多少？说明理由。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小结与作业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06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本课小结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 = ma：合外力决定加速度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先受力分析，再列式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注意单位与方向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课后作业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课本第 78 页第 3、5、7 题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预习：牛顿第三定律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选做：设计一个验证 F = ma 的小实验</a:t>
            </a:r>
          </a:p>
        </p:txBody>
      </p:sp>
    </p:spTree>
  </p:cSld>
  <p:clrMapOvr>
    <a:masterClrMapping/>
  </p:clrMapOvr>
</p:sld>
</file>