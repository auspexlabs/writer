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f2219de12d6466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4bc8682847f54a1b"/>
    <p:sldId id="257" r:id="Rcdef16a870864b69"/>
    <p:sldId id="258" r:id="R144a9fa6fd4347e5"/>
    <p:sldId id="259" r:id="Raaab10afa2fa4e15"/>
    <p:sldId id="260" r:id="R60dca0a0237640da"/>
    <p:sldId id="261" r:id="R57d5e7c54c5e4d9f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c03d07535f9748a6" /><Relationship Type="http://schemas.openxmlformats.org/officeDocument/2006/relationships/slide" Target="/ppt/slides/slide1.xml" Id="R4bc8682847f54a1b" /><Relationship Type="http://schemas.openxmlformats.org/officeDocument/2006/relationships/slide" Target="/ppt/slides/slide2.xml" Id="Rcdef16a870864b69" /><Relationship Type="http://schemas.openxmlformats.org/officeDocument/2006/relationships/slide" Target="/ppt/slides/slide3.xml" Id="R144a9fa6fd4347e5" /><Relationship Type="http://schemas.openxmlformats.org/officeDocument/2006/relationships/slide" Target="/ppt/slides/slide4.xml" Id="Raaab10afa2fa4e15" /><Relationship Type="http://schemas.openxmlformats.org/officeDocument/2006/relationships/slide" Target="/ppt/slides/slide5.xml" Id="R60dca0a0237640da" /><Relationship Type="http://schemas.openxmlformats.org/officeDocument/2006/relationships/slide" Target="/ppt/slides/slide6.xml" Id="R57d5e7c54c5e4d9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4ff97b11348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22e6a79bd4a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95ab8ba8c4fd6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fab12569f7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f15ee5c1fa42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4ecab8c9854e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3a7ee91175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8c745fb592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b52202f372420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4000" cy="685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8136000" y="0"/>
            <a:ext cx="4056120" cy="6858000"/>
          </a:xfrm>
          <a:prstGeom prst="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24000" y="3816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0" b="1">
                <a:solidFill>
                  <a:srgbClr val="F0D9CC"/>
                </a:solidFill>
              </a:rPr>
              <a:t>你好</a:t>
            </a:r>
          </a:p>
        </p:txBody>
      </p:sp>
      <p:sp>
        <p:nvSpPr>
          <p:cNvPr id="5" name="Shape 5"/>
          <p:cNvSpPr/>
          <p:nvPr/>
        </p:nvSpPr>
        <p:spPr>
          <a:xfrm>
            <a:off x="1044000" y="1908000"/>
            <a:ext cx="576000" cy="432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72000" y="208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A4492F"/>
                </a:solidFill>
              </a:rPr>
              <a:t>新员工入职培训 · 第一天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2556000"/>
            <a:ext cx="684000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欢迎加入远山科技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453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5F50"/>
                </a:solidFill>
              </a:rPr>
              <a:t>人力资源部　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今日安排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02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872000"/>
          <a:ext cx="1046412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40"/>
                <a:gridCol w="3488040"/>
                <a:gridCol w="3488040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rgbClr val="A44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A44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讲师</a:t>
                      </a:r>
                    </a:p>
                  </a:txBody>
                  <a:tcPr>
                    <a:solidFill>
                      <a:srgbClr val="A4492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09:00 – 09:45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公司介绍与文化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张伟 · 总经理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10:00 – 11:30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制度与流程：考勤、报销、审批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陈静 · 人力资源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13:30 – 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工具与账号：邮箱、协作文档、内部系统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刘洋 · IT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15:15 – 16:30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信息安全与合规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王芳 · 法务</a:t>
                      </a:r>
                    </a:p>
                  </a:txBody>
                  <a:tcPr>
                    <a:solidFill>
                      <a:srgbClr val="F6EEE8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16:30 – 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答疑与反馈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人力资源部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培训目标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03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A4492F"/>
                </a:solidFill>
              </a:rPr>
              <a:t>了解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公司与团队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5F50"/>
                </a:solidFill>
              </a:rPr>
              <a:t>我们做什么、为谁做、怎么协作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A4492F"/>
                </a:solidFill>
              </a:rPr>
              <a:t>熟悉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制度与流程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5F50"/>
                </a:solidFill>
              </a:rPr>
              <a:t>知道规则在哪里、找谁问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6EE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A4492F"/>
                </a:solidFill>
              </a:rPr>
              <a:t>掌握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日常工具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5F50"/>
                </a:solidFill>
              </a:rPr>
              <a:t>今天下班前，所有账号可用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核心内容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A4492F"/>
                </a:solidFill>
              </a:rPr>
              <a:t>公司与文化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三条价值观：用户第一、坦诚沟通、把事做完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组织结构与各部门的职责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沟通习惯：文档先行，会议有结论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A4492F"/>
                </a:solidFill>
              </a:rPr>
              <a:t>制度与流程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工作时间与考勤、请假申请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报销标准与审批路径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信息安全：设备、密码、数据分级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案例练习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7A5F50"/>
                </a:solidFill>
              </a:rPr>
              <a:t>情境：客户在周五下午 5 点发来紧急需求，要求周一上线。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5F50"/>
                </a:solidFill>
              </a:rPr>
              <a:t>05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E4D2C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阅读场景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5 分钟，各自记下你会先做的三件事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小组讨论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4 人一组，形成一个共同方案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分享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每组 2 分钟，说清做什么、不做什么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A449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点评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5F50"/>
                </a:solidFill>
              </a:rPr>
              <a:t>讲师结合流程与价值观点评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4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F0D9C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有问题，随时找我们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F0D9CC"/>
                </a:solidFill>
              </a:rPr>
              <a:t>培训反馈问卷将在今晚发到你的邮箱</a:t>
            </a:r>
          </a:p>
        </p:txBody>
      </p:sp>
    </p:spTree>
  </p:cSld>
  <p:clrMapOvr>
    <a:masterClrMapping/>
  </p:clrMapOvr>
</p:sld>
</file>